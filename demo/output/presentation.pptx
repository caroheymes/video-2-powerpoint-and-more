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457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38BDF8"/>
                </a:solidFill>
              </a:defRPr>
            </a:pPr>
            <a:r>
              <a:t>Débloquer le Potentiel Créatif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Stratégies de créativité, 2023, Zoe Hames et Chris Lewis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Stratégies pour Libérer la Créativité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Trouver le calme pour favoriser l'inspiration.</a:t>
            </a:r>
          </a:p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Exploiter l'énergie imaginative de l'enfance.</a:t>
            </a:r>
          </a:p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Lâcher prise pour permettre à la créativité de s'épanouir.</a:t>
            </a:r>
          </a:p>
        </p:txBody>
      </p:sp>
      <p:pic>
        <p:nvPicPr>
          <p:cNvPr id="4" name="Picture 3" descr="slide_keyframe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826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