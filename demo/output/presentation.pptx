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011680"/>
            <a:ext cx="944575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38BDF8"/>
                </a:solidFill>
              </a:defRPr>
            </a:pPr>
            <a:r>
              <a:t>Débloquer le Potentiel Créatif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Stratégies de créativité, date, Zoe Hames et Chris Lewis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Trouver le Silence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>
                <a:solidFill>
                  <a:srgbClr val="F8FAFC"/>
                </a:solidFill>
              </a:defRPr>
            </a:pPr>
            <a:r>
              <a:t>•  Le silence permet à l'inspiration de surgir.</a:t>
            </a:r>
          </a:p>
          <a:p>
            <a:pPr>
              <a:spcAft>
                <a:spcPts val="1600"/>
              </a:spcAft>
              <a:defRPr sz="1700">
                <a:solidFill>
                  <a:srgbClr val="F8FAFC"/>
                </a:solidFill>
              </a:defRPr>
            </a:pPr>
            <a:r>
              <a:t>•  Créer des moments de calme aide à se reconnecter à soi-même.</a:t>
            </a:r>
          </a:p>
        </p:txBody>
      </p:sp>
      <p:pic>
        <p:nvPicPr>
          <p:cNvPr id="4" name="Picture 3" descr="slide_keyframe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282671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Exploiter les Rêves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>
                <a:solidFill>
                  <a:srgbClr val="F8FAFC"/>
                </a:solidFill>
              </a:defRPr>
            </a:pPr>
            <a:r>
              <a:t>•  Laissez libre cours à votre imagination.</a:t>
            </a:r>
          </a:p>
          <a:p>
            <a:pPr>
              <a:spcAft>
                <a:spcPts val="1600"/>
              </a:spcAft>
              <a:defRPr sz="1700">
                <a:solidFill>
                  <a:srgbClr val="F8FAFC"/>
                </a:solidFill>
              </a:defRPr>
            </a:pPr>
            <a:r>
              <a:t>•  Les idées folles peuvent mener à des innovations.</a:t>
            </a:r>
          </a:p>
        </p:txBody>
      </p:sp>
      <p:pic>
        <p:nvPicPr>
          <p:cNvPr id="4" name="Picture 3" descr="slide_keyframe_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282671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Laisser Aller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>
                <a:solidFill>
                  <a:srgbClr val="F8FAFC"/>
                </a:solidFill>
              </a:defRPr>
            </a:pPr>
            <a:r>
              <a:t>•  Accepter de ne pas tout contrôler.</a:t>
            </a:r>
          </a:p>
          <a:p>
            <a:pPr>
              <a:spcAft>
                <a:spcPts val="1600"/>
              </a:spcAft>
              <a:defRPr sz="1700">
                <a:solidFill>
                  <a:srgbClr val="F8FAFC"/>
                </a:solidFill>
              </a:defRPr>
            </a:pPr>
            <a:r>
              <a:t>•  Prioriser le bien-être pour favoriser la créativité.</a:t>
            </a:r>
          </a:p>
        </p:txBody>
      </p:sp>
      <p:pic>
        <p:nvPicPr>
          <p:cNvPr id="4" name="Picture 3" descr="slide_keyframe_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282671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