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57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8BDF8"/>
                </a:solidFill>
              </a:defRPr>
            </a:pPr>
            <a:r>
              <a:t>Libérer Votre Potentiel Créatif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Stratégies pour Innover dans un Monde Hyper-Connecté / Date / Client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Contexte &amp; Enjeux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L'importance de la créativité dans un environnement professionnel.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Les effets du stress sur la pensée créative.</a:t>
            </a:r>
          </a:p>
        </p:txBody>
      </p:sp>
      <p:pic>
        <p:nvPicPr>
          <p:cNvPr id="4" name="Picture 3" descr="slide_keyfram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Stratégie 1 : Trouver le Silence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Accordez-vous des moments de calme.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Évitez les distractions numériques.</a:t>
            </a:r>
          </a:p>
        </p:txBody>
      </p:sp>
      <p:pic>
        <p:nvPicPr>
          <p:cNvPr id="4" name="Picture 3" descr="slide_keyfram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Stratégie 2 : Exploiter le Pouvoir des Rêves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Laissez libre cours à votre imagination.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Pratiquez des activités créatives sans contraintes.</a:t>
            </a:r>
          </a:p>
        </p:txBody>
      </p:sp>
      <p:pic>
        <p:nvPicPr>
          <p:cNvPr id="4" name="Picture 3" descr="slide_keyfram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Stratégie 3 : Lâcher 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Acceptez l'imperfection.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Priorisez votre bien-être.</a:t>
            </a:r>
          </a:p>
        </p:txBody>
      </p:sp>
      <p:pic>
        <p:nvPicPr>
          <p:cNvPr id="4" name="Picture 3" descr="slide_keyfram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Plan d'Action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Planifiez des pauses régulières.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Engagez-vous dans des activités créatives.</a:t>
            </a:r>
          </a:p>
        </p:txBody>
      </p:sp>
      <p:pic>
        <p:nvPicPr>
          <p:cNvPr id="4" name="Picture 3" descr="slide_keyfram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La créativité est un voyage, pas une destination.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Expérimentez et laissez votre imagination s'exprimer.</a:t>
            </a:r>
          </a:p>
        </p:txBody>
      </p:sp>
      <p:pic>
        <p:nvPicPr>
          <p:cNvPr id="4" name="Picture 3" descr="slide_keyfram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