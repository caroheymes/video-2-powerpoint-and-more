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57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8BDF8"/>
                </a:solidFill>
              </a:defRPr>
            </a:pPr>
            <a:r>
              <a:t>stimuler la créativité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Session animée par Zoe Hames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Contexte et problématique centrale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Saturation d'informations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Impact sur la créativité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Nécessité de stratégies adaptées</a:t>
            </a:r>
          </a:p>
        </p:txBody>
      </p:sp>
      <p:pic>
        <p:nvPicPr>
          <p:cNvPr id="4" name="Picture 3" descr="slide_keyfram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Importance du Silence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Moments de déconnexion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Espace pour la réflexion</a:t>
            </a:r>
          </a:p>
        </p:txBody>
      </p:sp>
      <p:pic>
        <p:nvPicPr>
          <p:cNvPr id="4" name="Picture 3" descr="slide_keyfram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Explorer le Pouvoir des Rêves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Pensée libre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Inspiration des rêves</a:t>
            </a:r>
          </a:p>
        </p:txBody>
      </p:sp>
      <p:pic>
        <p:nvPicPr>
          <p:cNvPr id="4" name="Picture 3" descr="slide_keyfram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Lâcher Prise pour Favoriser la Créativité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Accepter l'incertitude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Prendre soin de soi</a:t>
            </a:r>
          </a:p>
        </p:txBody>
      </p:sp>
      <p:pic>
        <p:nvPicPr>
          <p:cNvPr id="4" name="Picture 3" descr="slide_keyfram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Pratiques Quotidiennes pour Stimuler la Créativité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Rituels de déconnexion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Activités artistiques</a:t>
            </a:r>
          </a:p>
        </p:txBody>
      </p:sp>
      <p:pic>
        <p:nvPicPr>
          <p:cNvPr id="4" name="Picture 3" descr="slide_keyfram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Conclusion et Prochaines Étapes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Évaluation des progrès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Engagement à long terme</a:t>
            </a:r>
          </a:p>
        </p:txBody>
      </p:sp>
      <p:pic>
        <p:nvPicPr>
          <p:cNvPr id="4" name="Picture 3" descr="slide_keyfram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Synthèse des Stratégies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Silence, Rêves, Lâcher Prise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Importance de l'expérimentation</a:t>
            </a:r>
          </a:p>
        </p:txBody>
      </p:sp>
      <p:pic>
        <p:nvPicPr>
          <p:cNvPr id="4" name="Picture 3" descr="slide_keyfram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Impact sur la Créativité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Amélioration de l'innovation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Réduction du stress créatif</a:t>
            </a:r>
          </a:p>
        </p:txBody>
      </p:sp>
      <p:pic>
        <p:nvPicPr>
          <p:cNvPr id="4" name="Picture 3" descr="slide_keyfram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Questions et Échanges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Discussion ouverte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Partage d'expériences</a:t>
            </a:r>
          </a:p>
        </p:txBody>
      </p:sp>
      <p:pic>
        <p:nvPicPr>
          <p:cNvPr id="4" name="Picture 3" descr="slide_keyframe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