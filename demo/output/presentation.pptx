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57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38BDF8"/>
                </a:solidFill>
              </a:defRPr>
            </a:pPr>
            <a:r>
              <a:t>Débloquer le Potentiel Créatif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Stratégies de créativité, 2023, Zoe Hames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Trouver le Calme dans le Tumulte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Créer des moments de silence pour favoriser l'inspiration.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Se déconnecter des distractions numériques.</a:t>
            </a:r>
          </a:p>
        </p:txBody>
      </p:sp>
      <p:pic>
        <p:nvPicPr>
          <p:cNvPr id="4" name="Picture 3" descr="slide_keyfram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