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575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8BDF8"/>
                </a:solidFill>
              </a:defRPr>
            </a:pPr>
            <a:r>
              <a:t>Débloquer le Potentiel Créatif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Stratégies de créativité, 2023, Zoe Hames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Trouver le Calme dans le Tumulte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L'importance de moments de silence pour l'inspiration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Créer un espace propice à la créativité</a:t>
            </a:r>
          </a:p>
        </p:txBody>
      </p:sp>
      <p:pic>
        <p:nvPicPr>
          <p:cNvPr id="4" name="Picture 3" descr="slide_keyfram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Exploiter la Puissance des Rêves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Reconnecter avec l'imagination enfantine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Laisser libre cours aux idées sans jugement</a:t>
            </a:r>
          </a:p>
        </p:txBody>
      </p:sp>
      <p:pic>
        <p:nvPicPr>
          <p:cNvPr id="4" name="Picture 3" descr="slide_keyfram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L'Art de Lâcher 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Prioriser le bien-être pour nourrir la créativité</a:t>
            </a:r>
          </a:p>
          <a:p>
            <a:pPr>
              <a:spcAft>
                <a:spcPts val="1600"/>
              </a:spcAft>
              <a:defRPr sz="1700">
                <a:solidFill>
                  <a:srgbClr val="F8FAFC"/>
                </a:solidFill>
              </a:defRPr>
            </a:pPr>
            <a:r>
              <a:t>•  Accepter de ne pas tout contrôler</a:t>
            </a:r>
          </a:p>
        </p:txBody>
      </p:sp>
      <p:pic>
        <p:nvPicPr>
          <p:cNvPr id="4" name="Picture 3" descr="slide_keyframe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2826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